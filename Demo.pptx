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58" r:id="rId4"/>
    <p:sldId id="259" r:id="rId5"/>
    <p:sldId id="257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85"/>
  </p:normalViewPr>
  <p:slideViewPr>
    <p:cSldViewPr snapToGrid="0">
      <p:cViewPr>
        <p:scale>
          <a:sx n="69" d="100"/>
          <a:sy n="69" d="100"/>
        </p:scale>
        <p:origin x="1216" y="1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C1259-A6A0-0ADB-EA48-BECA64C63F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7329F1-C63B-0538-9181-E05D0B5AAA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D0ABA-57BE-C698-8DB5-C50C14020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C612E-A5C9-1E49-AAB6-E89DFB0DEB9F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BE37A-280F-3E41-7A78-511413CC6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6A656-53A7-A384-614C-94EF227A8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9EAC1-77F1-AB40-B0FA-C977E28C5D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305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983E4-B669-DE25-BF40-0EFBE9593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ED6D2-2379-781D-29F2-3A5637647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DB103-9A1E-94C7-51F3-27FE35E6A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C612E-A5C9-1E49-AAB6-E89DFB0DEB9F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B51A0E-456B-D449-45F2-0527F44DF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B6D37-2CD3-A801-E262-261F39752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9EAC1-77F1-AB40-B0FA-C977E28C5D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842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A9ECC-924C-82E4-C57F-EB8D60170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C5AE90-2B9C-6990-A04B-3F60B5FB0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A60D9-AE46-2239-F65B-6C1E1431B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C612E-A5C9-1E49-AAB6-E89DFB0DEB9F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25B67-9D8F-4ABC-EF8D-2DE5726C6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97259-B781-6553-6B5C-E5605486C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9EAC1-77F1-AB40-B0FA-C977E28C5D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747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781C0-7654-033B-2334-257646F95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AFB7B-6432-FBFD-B7FF-6BF60DE230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46E1F3-040A-0124-0D76-A51573B0A3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A9687-D225-CF4B-DB1F-FF79D76E3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C612E-A5C9-1E49-AAB6-E89DFB0DEB9F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1D2F5-6A51-B798-E7ED-F33D69903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596A4-39D3-AFC0-8AF7-DDF95833C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9EAC1-77F1-AB40-B0FA-C977E28C5D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335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244F4-5BE9-68CC-D425-49A7EC2F1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85E56F-AA45-6C49-17D7-003AE2177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61250C-E2E4-0BD5-9446-4A11CA8B56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D6F8DB-A8C8-7F93-6ECE-257DDA2395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963913-B0E8-59BA-2370-4956456C6B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A98F20-5D20-FE8C-DA64-5E061AAD3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C612E-A5C9-1E49-AAB6-E89DFB0DEB9F}" type="datetimeFigureOut">
              <a:rPr lang="en-US" smtClean="0"/>
              <a:t>12/4/25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943711-7A87-A1CF-43ED-87E6EDE5C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8352A8-5B9C-D163-D88B-CD3CA85AA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9EAC1-77F1-AB40-B0FA-C977E28C5D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754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B889E-FD3D-D93E-BD3B-B6B5E0C0D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41B99E-BB69-8B98-8645-73ED66D40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C612E-A5C9-1E49-AAB6-E89DFB0DEB9F}" type="datetimeFigureOut">
              <a:rPr lang="en-US" smtClean="0"/>
              <a:t>12/4/25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D02BA1-C1DB-0427-4B5E-41E817F79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E3117B-3F9B-3CE8-E28E-9A578E0F9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9EAC1-77F1-AB40-B0FA-C977E28C5D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781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DE710C-31EB-6EF9-110D-519221881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C612E-A5C9-1E49-AAB6-E89DFB0DEB9F}" type="datetimeFigureOut">
              <a:rPr lang="en-US" smtClean="0"/>
              <a:t>12/4/25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CE091A-DB98-E1AA-F323-1039C2F02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F71E67-BABD-4E8A-1C5E-165951EF5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9EAC1-77F1-AB40-B0FA-C977E28C5D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532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42D0E-BDDB-A223-0CB3-68B781415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63E4D-D6C7-68E6-7F30-CD7C19B7A0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31CF1F-E2D1-97FE-86CF-416794DB19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141B7E-B524-D6F4-0AA1-E7956634A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C612E-A5C9-1E49-AAB6-E89DFB0DEB9F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F88728-AFDE-0FEF-9040-9114EBC1E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8DD119-67DC-8101-F9A1-1CEEFA39D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9EAC1-77F1-AB40-B0FA-C977E28C5D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019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946EA-4678-3276-4F7B-9423F6E73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079FE6-6218-AED7-AE07-15E7F377C3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6FDE1B-A32E-2B4B-21D6-E3D638C641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88A725-49D3-F0A4-3632-E740D9FBF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C612E-A5C9-1E49-AAB6-E89DFB0DEB9F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B8F805-353C-4540-7DD7-9FD534D37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59D89-9921-C753-D32D-8E76AC06E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9EAC1-77F1-AB40-B0FA-C977E28C5D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305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1F705-B4F2-B834-2FD8-68BB40DD3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422BF1-42B3-1722-64A8-A375EB853C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75A59-A04E-0835-93B9-1B1BB6293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C612E-A5C9-1E49-AAB6-E89DFB0DEB9F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4D3E9-FF50-15EF-311F-B7505AE27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B2F755-F643-08C2-8AAD-4F3BF5712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9EAC1-77F1-AB40-B0FA-C977E28C5D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073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7D0003-C700-291F-A0BA-A60D6D6D0C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341A0B-15D0-9409-8663-4A69D641A8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452E9-053A-18B1-6828-05CAEB360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C612E-A5C9-1E49-AAB6-E89DFB0DEB9F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D4E00-9833-FE1A-6587-4587A738D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311CB-D53A-E21A-DC53-41BF7F6F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9EAC1-77F1-AB40-B0FA-C977E28C5D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217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6F5134-E47F-F54A-63C4-EBF200C2D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F44F20-F9BF-1562-29F2-049321907D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75D42-05F9-37D8-F0EA-C301059A85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CC612E-A5C9-1E49-AAB6-E89DFB0DEB9F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4A033-D78A-F9D5-D75F-A990DDCAD5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4D8D3D-997C-97A2-FEC3-4F8B9CC201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49EAC1-77F1-AB40-B0FA-C977E28C5D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310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CEDEE0-F8C2-461B-799E-185FF8816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729" y="902295"/>
            <a:ext cx="9260541" cy="5508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42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5CDA7-A250-444E-A9AF-CF6BC5206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61A6992-FB69-4AC6-35CF-6931E0370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623" y="964088"/>
            <a:ext cx="8893629" cy="5640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638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9814C-E95C-35A2-BA65-4DA18712C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096A5E-5973-30AC-43B9-CFD85521F672}"/>
              </a:ext>
            </a:extLst>
          </p:cNvPr>
          <p:cNvSpPr txBox="1"/>
          <p:nvPr/>
        </p:nvSpPr>
        <p:spPr>
          <a:xfrm>
            <a:off x="605118" y="561598"/>
            <a:ext cx="11282082" cy="5734804"/>
          </a:xfrm>
          <a:prstGeom prst="rect">
            <a:avLst/>
          </a:prstGeom>
          <a:noFill/>
        </p:spPr>
        <p:txBody>
          <a:bodyPr wrap="square" numCol="4" rtlCol="0">
            <a:noAutofit/>
          </a:bodyPr>
          <a:lstStyle/>
          <a:p>
            <a:r>
              <a:rPr lang="en-US" sz="1100" b="1" dirty="0"/>
              <a:t>Create a complete Weather Dashboard application with the following specifications</a:t>
            </a:r>
            <a:r>
              <a:rPr lang="en-US" sz="1100" dirty="0"/>
              <a:t>:</a:t>
            </a:r>
          </a:p>
          <a:p>
            <a:br>
              <a:rPr lang="en-US" sz="1100" dirty="0"/>
            </a:br>
            <a:endParaRPr lang="en-US" sz="1100" dirty="0"/>
          </a:p>
          <a:p>
            <a:r>
              <a:rPr lang="en-US" sz="1100" b="1" dirty="0"/>
              <a:t>### Backend (Python/</a:t>
            </a:r>
            <a:r>
              <a:rPr lang="en-US" sz="1100" b="1" dirty="0" err="1"/>
              <a:t>FastAPI</a:t>
            </a:r>
            <a:r>
              <a:rPr lang="en-US" sz="1100" b="1" dirty="0"/>
              <a:t>)</a:t>
            </a:r>
            <a:endParaRPr lang="en-US" sz="1100" dirty="0"/>
          </a:p>
          <a:p>
            <a:r>
              <a:rPr lang="en-US" sz="1100" dirty="0"/>
              <a:t>- Create a </a:t>
            </a:r>
            <a:r>
              <a:rPr lang="en-US" sz="1100" dirty="0" err="1"/>
              <a:t>FastAPI</a:t>
            </a:r>
            <a:r>
              <a:rPr lang="en-US" sz="1100" dirty="0"/>
              <a:t> backend server with the following endpoints:</a:t>
            </a:r>
          </a:p>
          <a:p>
            <a:r>
              <a:rPr lang="en-US" sz="1100" dirty="0"/>
              <a:t>- `GET /</a:t>
            </a:r>
            <a:r>
              <a:rPr lang="en-US" sz="1100" dirty="0" err="1"/>
              <a:t>api</a:t>
            </a:r>
            <a:r>
              <a:rPr lang="en-US" sz="1100" dirty="0"/>
              <a:t>/weather/{city}` - Get current weather for a city</a:t>
            </a:r>
          </a:p>
          <a:p>
            <a:r>
              <a:rPr lang="en-US" sz="1100" dirty="0"/>
              <a:t>- `GET /</a:t>
            </a:r>
            <a:r>
              <a:rPr lang="en-US" sz="1100" dirty="0" err="1"/>
              <a:t>api</a:t>
            </a:r>
            <a:r>
              <a:rPr lang="en-US" sz="1100" dirty="0"/>
              <a:t>/weather/{city}/forecast` - Get 5-day weather forecast</a:t>
            </a:r>
          </a:p>
          <a:p>
            <a:r>
              <a:rPr lang="en-US" sz="1100" dirty="0"/>
              <a:t>- `GET /</a:t>
            </a:r>
            <a:r>
              <a:rPr lang="en-US" sz="1100" dirty="0" err="1"/>
              <a:t>api</a:t>
            </a:r>
            <a:r>
              <a:rPr lang="en-US" sz="1100" dirty="0"/>
              <a:t>/cities/</a:t>
            </a:r>
            <a:r>
              <a:rPr lang="en-US" sz="1100" dirty="0" err="1"/>
              <a:t>search?q</a:t>
            </a:r>
            <a:r>
              <a:rPr lang="en-US" sz="1100" dirty="0"/>
              <a:t>={query}` - Search for cities by name</a:t>
            </a:r>
          </a:p>
          <a:p>
            <a:r>
              <a:rPr lang="en-US" sz="1100" dirty="0"/>
              <a:t>- `GET /</a:t>
            </a:r>
            <a:r>
              <a:rPr lang="en-US" sz="1100" dirty="0" err="1"/>
              <a:t>api</a:t>
            </a:r>
            <a:r>
              <a:rPr lang="en-US" sz="1100" dirty="0"/>
              <a:t>/health` - Health check endpoint</a:t>
            </a:r>
          </a:p>
          <a:p>
            <a:r>
              <a:rPr lang="en-US" sz="1100" dirty="0"/>
              <a:t>- Use the </a:t>
            </a:r>
            <a:r>
              <a:rPr lang="en-US" sz="1100" dirty="0" err="1"/>
              <a:t>OpenWeatherMap</a:t>
            </a:r>
            <a:r>
              <a:rPr lang="en-US" sz="1100" dirty="0"/>
              <a:t> API (use a free API key - I'll provide it in environment variables)</a:t>
            </a:r>
          </a:p>
          <a:p>
            <a:r>
              <a:rPr lang="en-US" sz="1100" dirty="0"/>
              <a:t>- Implement proper error handling with meaningful error messages</a:t>
            </a:r>
          </a:p>
          <a:p>
            <a:r>
              <a:rPr lang="en-US" sz="1100" dirty="0"/>
              <a:t>- Add CORS middleware to allow frontend connections</a:t>
            </a:r>
          </a:p>
          <a:p>
            <a:r>
              <a:rPr lang="en-US" sz="1100" dirty="0"/>
              <a:t>- Create a </a:t>
            </a:r>
            <a:r>
              <a:rPr lang="en-US" sz="1100" dirty="0" err="1"/>
              <a:t>requirements.txt</a:t>
            </a:r>
            <a:r>
              <a:rPr lang="en-US" sz="1100" dirty="0"/>
              <a:t> with all dependencies</a:t>
            </a:r>
          </a:p>
          <a:p>
            <a:r>
              <a:rPr lang="en-US" sz="1100" dirty="0"/>
              <a:t>- Include environment variable support for API keys (use python-</a:t>
            </a:r>
            <a:r>
              <a:rPr lang="en-US" sz="1100" dirty="0" err="1"/>
              <a:t>dotenv</a:t>
            </a:r>
            <a:r>
              <a:rPr lang="en-US" sz="1100" dirty="0"/>
              <a:t>)</a:t>
            </a:r>
          </a:p>
          <a:p>
            <a:r>
              <a:rPr lang="en-US" sz="1100" dirty="0"/>
              <a:t>- Add input validation using </a:t>
            </a:r>
            <a:r>
              <a:rPr lang="en-US" sz="1100" dirty="0" err="1"/>
              <a:t>Pydantic</a:t>
            </a:r>
            <a:r>
              <a:rPr lang="en-US" sz="1100" dirty="0"/>
              <a:t> models</a:t>
            </a:r>
          </a:p>
          <a:p>
            <a:r>
              <a:rPr lang="en-US" sz="1100" dirty="0"/>
              <a:t>- Structure the code with separate modules: `</a:t>
            </a:r>
            <a:r>
              <a:rPr lang="en-US" sz="1100" dirty="0" err="1"/>
              <a:t>main.py</a:t>
            </a:r>
            <a:r>
              <a:rPr lang="en-US" sz="1100" dirty="0"/>
              <a:t>`, `</a:t>
            </a:r>
            <a:r>
              <a:rPr lang="en-US" sz="1100" dirty="0" err="1"/>
              <a:t>models.py</a:t>
            </a:r>
            <a:r>
              <a:rPr lang="en-US" sz="1100" dirty="0"/>
              <a:t>`, `</a:t>
            </a:r>
            <a:r>
              <a:rPr lang="en-US" sz="1100" dirty="0" err="1"/>
              <a:t>services.py</a:t>
            </a:r>
            <a:r>
              <a:rPr lang="en-US" sz="1100" dirty="0"/>
              <a:t>`, `</a:t>
            </a:r>
            <a:r>
              <a:rPr lang="en-US" sz="1100" dirty="0" err="1"/>
              <a:t>config.py</a:t>
            </a:r>
            <a:r>
              <a:rPr lang="en-US" sz="1100" dirty="0"/>
              <a:t>`</a:t>
            </a:r>
          </a:p>
          <a:p>
            <a:r>
              <a:rPr lang="en-US" sz="1100" dirty="0"/>
              <a:t>- Include proper logging</a:t>
            </a:r>
          </a:p>
          <a:p>
            <a:r>
              <a:rPr lang="en-US" sz="1100" dirty="0"/>
              <a:t>- Add rate limiting to prevent API abuse</a:t>
            </a:r>
          </a:p>
          <a:p>
            <a:br>
              <a:rPr lang="en-US" sz="1100" dirty="0"/>
            </a:br>
            <a:endParaRPr lang="en-US" sz="1100" dirty="0"/>
          </a:p>
          <a:p>
            <a:r>
              <a:rPr lang="en-US" sz="1100" b="1" dirty="0"/>
              <a:t>### Frontend (React + TypeScript)</a:t>
            </a:r>
            <a:endParaRPr lang="en-US" sz="1100" dirty="0"/>
          </a:p>
          <a:p>
            <a:r>
              <a:rPr lang="en-US" sz="1100" dirty="0"/>
              <a:t>- Create a modern React application with TypeScript</a:t>
            </a:r>
          </a:p>
          <a:p>
            <a:r>
              <a:rPr lang="en-US" sz="1100" dirty="0"/>
              <a:t>- Use Vite as the build tool for fast development</a:t>
            </a:r>
          </a:p>
          <a:p>
            <a:r>
              <a:rPr lang="en-US" sz="1100" dirty="0"/>
              <a:t>- Implement a beautiful, responsive UI with:</a:t>
            </a:r>
          </a:p>
          <a:p>
            <a:r>
              <a:rPr lang="en-US" sz="1100" dirty="0"/>
              <a:t>- A search bar to find cities</a:t>
            </a:r>
          </a:p>
          <a:p>
            <a:r>
              <a:rPr lang="en-US" sz="1100" dirty="0"/>
              <a:t>- Current weather display with:</a:t>
            </a:r>
          </a:p>
          <a:p>
            <a:r>
              <a:rPr lang="en-US" sz="1100" dirty="0"/>
              <a:t>- City name and country</a:t>
            </a:r>
          </a:p>
          <a:p>
            <a:r>
              <a:rPr lang="en-US" sz="1100" dirty="0"/>
              <a:t>- Temperature (with unit toggle: Celsius/Fahrenheit)</a:t>
            </a:r>
          </a:p>
          <a:p>
            <a:r>
              <a:rPr lang="en-US" sz="1100" dirty="0"/>
              <a:t>- Weather condition with icon</a:t>
            </a:r>
          </a:p>
          <a:p>
            <a:r>
              <a:rPr lang="en-US" sz="1100" dirty="0"/>
              <a:t>- Humidity, wind speed, pressure</a:t>
            </a:r>
          </a:p>
          <a:p>
            <a:r>
              <a:rPr lang="en-US" sz="1100" dirty="0"/>
              <a:t>- "Feels like" temperature</a:t>
            </a:r>
          </a:p>
          <a:p>
            <a:r>
              <a:rPr lang="en-US" sz="1100" dirty="0"/>
              <a:t>- 5-day forecast cards showing:</a:t>
            </a:r>
          </a:p>
          <a:p>
            <a:r>
              <a:rPr lang="en-US" sz="1100" dirty="0"/>
              <a:t>- Day of week</a:t>
            </a:r>
          </a:p>
          <a:p>
            <a:r>
              <a:rPr lang="en-US" sz="1100" dirty="0"/>
              <a:t>- High/low temperatures</a:t>
            </a:r>
          </a:p>
          <a:p>
            <a:r>
              <a:rPr lang="en-US" sz="1100" dirty="0"/>
              <a:t>- Weather condition icon</a:t>
            </a:r>
          </a:p>
          <a:p>
            <a:r>
              <a:rPr lang="en-US" sz="1100" dirty="0"/>
              <a:t>- Brief description</a:t>
            </a:r>
          </a:p>
          <a:p>
            <a:r>
              <a:rPr lang="en-US" sz="1100" dirty="0"/>
              <a:t>- Loading states and error messages</a:t>
            </a:r>
          </a:p>
          <a:p>
            <a:r>
              <a:rPr lang="en-US" sz="1100" dirty="0"/>
              <a:t>- Smooth animations and transitions</a:t>
            </a:r>
          </a:p>
          <a:p>
            <a:r>
              <a:rPr lang="en-US" sz="1100" dirty="0"/>
              <a:t>- Use Tailwind CSS for styling</a:t>
            </a:r>
          </a:p>
          <a:p>
            <a:r>
              <a:rPr lang="en-US" sz="1100" dirty="0"/>
              <a:t>- Implement proper TypeScript interfaces for all API responses</a:t>
            </a:r>
          </a:p>
          <a:p>
            <a:r>
              <a:rPr lang="en-US" sz="1100" dirty="0"/>
              <a:t>- Add error boundaries for graceful error handling</a:t>
            </a:r>
          </a:p>
          <a:p>
            <a:r>
              <a:rPr lang="en-US" sz="1100" dirty="0"/>
              <a:t>- Include a favorites feature (store in </a:t>
            </a:r>
            <a:r>
              <a:rPr lang="en-US" sz="1100" dirty="0" err="1"/>
              <a:t>localStorage</a:t>
            </a:r>
            <a:r>
              <a:rPr lang="en-US" sz="1100" dirty="0"/>
              <a:t>)</a:t>
            </a:r>
          </a:p>
          <a:p>
            <a:r>
              <a:rPr lang="en-US" sz="1100" dirty="0"/>
              <a:t>- Make it fully responsive (mobile, tablet, desktop)</a:t>
            </a:r>
          </a:p>
          <a:p>
            <a:r>
              <a:rPr lang="en-US" sz="1100" dirty="0"/>
              <a:t>- Add a dark/light theme toggle</a:t>
            </a:r>
          </a:p>
          <a:p>
            <a:br>
              <a:rPr lang="en-US" sz="1100" dirty="0"/>
            </a:br>
            <a:endParaRPr lang="en-US" sz="1100" dirty="0"/>
          </a:p>
          <a:p>
            <a:r>
              <a:rPr lang="en-US" sz="1100" b="1" dirty="0"/>
              <a:t>### Additional Features</a:t>
            </a:r>
            <a:endParaRPr lang="en-US" sz="1100" dirty="0"/>
          </a:p>
          <a:p>
            <a:r>
              <a:rPr lang="en-US" sz="1100" dirty="0"/>
              <a:t>- Create a comprehensive </a:t>
            </a:r>
            <a:r>
              <a:rPr lang="en-US" sz="1100" dirty="0" err="1"/>
              <a:t>README.md</a:t>
            </a:r>
            <a:r>
              <a:rPr lang="en-US" sz="1100" dirty="0"/>
              <a:t> with:</a:t>
            </a:r>
          </a:p>
          <a:p>
            <a:r>
              <a:rPr lang="en-US" sz="1100" dirty="0"/>
              <a:t>- Setup instructions for both frontend and backend</a:t>
            </a:r>
          </a:p>
          <a:p>
            <a:r>
              <a:rPr lang="en-US" sz="1100" dirty="0"/>
              <a:t>- Environment variable configuration</a:t>
            </a:r>
          </a:p>
          <a:p>
            <a:r>
              <a:rPr lang="en-US" sz="1100" dirty="0"/>
              <a:t>- How to get an </a:t>
            </a:r>
            <a:r>
              <a:rPr lang="en-US" sz="1100" dirty="0" err="1"/>
              <a:t>OpenWeatherMap</a:t>
            </a:r>
            <a:r>
              <a:rPr lang="en-US" sz="1100" dirty="0"/>
              <a:t> API key</a:t>
            </a:r>
          </a:p>
          <a:p>
            <a:r>
              <a:rPr lang="en-US" sz="1100" dirty="0"/>
              <a:t>- How to run the application</a:t>
            </a:r>
          </a:p>
          <a:p>
            <a:r>
              <a:rPr lang="en-US" sz="1100" dirty="0"/>
              <a:t>- Project structure overview</a:t>
            </a:r>
          </a:p>
          <a:p>
            <a:r>
              <a:rPr lang="en-US" sz="1100" dirty="0"/>
              <a:t>- Add a .</a:t>
            </a:r>
            <a:r>
              <a:rPr lang="en-US" sz="1100" dirty="0" err="1"/>
              <a:t>gitignore</a:t>
            </a:r>
            <a:r>
              <a:rPr lang="en-US" sz="1100" dirty="0"/>
              <a:t> file for both Python and Node.js</a:t>
            </a:r>
          </a:p>
          <a:p>
            <a:r>
              <a:rPr lang="en-US" sz="1100" dirty="0"/>
              <a:t>- Include example .env files (.</a:t>
            </a:r>
            <a:r>
              <a:rPr lang="en-US" sz="1100" dirty="0" err="1"/>
              <a:t>env.example</a:t>
            </a:r>
            <a:r>
              <a:rPr lang="en-US" sz="1100" dirty="0"/>
              <a:t>)</a:t>
            </a:r>
          </a:p>
          <a:p>
            <a:r>
              <a:rPr lang="en-US" sz="1100" dirty="0"/>
              <a:t>- Create a Docker setup:</a:t>
            </a:r>
          </a:p>
          <a:p>
            <a:r>
              <a:rPr lang="en-US" sz="1100" dirty="0"/>
              <a:t>- </a:t>
            </a:r>
            <a:r>
              <a:rPr lang="en-US" sz="1100" dirty="0" err="1"/>
              <a:t>Dockerfile</a:t>
            </a:r>
            <a:r>
              <a:rPr lang="en-US" sz="1100" dirty="0"/>
              <a:t> for backend</a:t>
            </a:r>
          </a:p>
          <a:p>
            <a:r>
              <a:rPr lang="en-US" sz="1100" dirty="0"/>
              <a:t>- </a:t>
            </a:r>
            <a:r>
              <a:rPr lang="en-US" sz="1100" dirty="0" err="1"/>
              <a:t>Dockerfile</a:t>
            </a:r>
            <a:r>
              <a:rPr lang="en-US" sz="1100" dirty="0"/>
              <a:t> for frontend</a:t>
            </a:r>
          </a:p>
          <a:p>
            <a:r>
              <a:rPr lang="en-US" sz="1100" dirty="0"/>
              <a:t>- docker-</a:t>
            </a:r>
            <a:r>
              <a:rPr lang="en-US" sz="1100" dirty="0" err="1"/>
              <a:t>compose.yml</a:t>
            </a:r>
            <a:r>
              <a:rPr lang="en-US" sz="1100" dirty="0"/>
              <a:t> to run both services</a:t>
            </a:r>
          </a:p>
          <a:p>
            <a:br>
              <a:rPr lang="en-US" sz="1100" dirty="0"/>
            </a:br>
            <a:endParaRPr lang="en-US" sz="1100" dirty="0"/>
          </a:p>
          <a:p>
            <a:r>
              <a:rPr lang="en-US" sz="1100" b="1" dirty="0"/>
              <a:t>### Code Quality</a:t>
            </a:r>
            <a:endParaRPr lang="en-US" sz="1100" dirty="0"/>
          </a:p>
          <a:p>
            <a:r>
              <a:rPr lang="en-US" sz="1100" dirty="0"/>
              <a:t>- Follow best practices and coding standards</a:t>
            </a:r>
          </a:p>
          <a:p>
            <a:r>
              <a:rPr lang="en-US" sz="1100" dirty="0"/>
              <a:t>- Add helpful comments where necessary</a:t>
            </a:r>
          </a:p>
          <a:p>
            <a:r>
              <a:rPr lang="en-US" sz="1100" dirty="0"/>
              <a:t>- Use async/await properly</a:t>
            </a:r>
          </a:p>
          <a:p>
            <a:r>
              <a:rPr lang="en-US" sz="1100" dirty="0"/>
              <a:t>- Implement proper error handling throughout</a:t>
            </a:r>
          </a:p>
          <a:p>
            <a:r>
              <a:rPr lang="en-US" sz="1100" dirty="0"/>
              <a:t>- Make the code production-ready (not just a prototype)</a:t>
            </a:r>
          </a:p>
          <a:p>
            <a:br>
              <a:rPr lang="en-US" sz="1100" dirty="0"/>
            </a:br>
            <a:endParaRPr lang="en-US" sz="1100" dirty="0"/>
          </a:p>
          <a:p>
            <a:r>
              <a:rPr lang="en-US" sz="1100" b="1" dirty="0"/>
              <a:t>### Project Structure</a:t>
            </a:r>
            <a:endParaRPr lang="en-US" sz="1100" dirty="0"/>
          </a:p>
          <a:p>
            <a:r>
              <a:rPr lang="en-US" sz="1100" dirty="0"/>
              <a:t>```</a:t>
            </a:r>
          </a:p>
          <a:p>
            <a:r>
              <a:rPr lang="en-US" sz="1100" dirty="0"/>
              <a:t>weather-dashboard/</a:t>
            </a:r>
          </a:p>
          <a:p>
            <a:r>
              <a:rPr lang="en-US" sz="1100" dirty="0"/>
              <a:t>├── backend/</a:t>
            </a:r>
          </a:p>
          <a:p>
            <a:r>
              <a:rPr lang="en-US" sz="1100" dirty="0"/>
              <a:t>│ ├── app/</a:t>
            </a:r>
          </a:p>
          <a:p>
            <a:r>
              <a:rPr lang="en-US" sz="1100" dirty="0"/>
              <a:t>│ │ ├── __</a:t>
            </a:r>
            <a:r>
              <a:rPr lang="en-US" sz="1100" dirty="0" err="1"/>
              <a:t>init</a:t>
            </a:r>
            <a:r>
              <a:rPr lang="en-US" sz="1100" dirty="0"/>
              <a:t>__.</a:t>
            </a:r>
            <a:r>
              <a:rPr lang="en-US" sz="1100" dirty="0" err="1"/>
              <a:t>py</a:t>
            </a:r>
            <a:endParaRPr lang="en-US" sz="1100" dirty="0"/>
          </a:p>
          <a:p>
            <a:r>
              <a:rPr lang="en-US" sz="1100" dirty="0"/>
              <a:t>│ │ ├── </a:t>
            </a:r>
            <a:r>
              <a:rPr lang="en-US" sz="1100" dirty="0" err="1"/>
              <a:t>main.py</a:t>
            </a:r>
            <a:endParaRPr lang="en-US" sz="1100" dirty="0"/>
          </a:p>
          <a:p>
            <a:r>
              <a:rPr lang="en-US" sz="1100" dirty="0"/>
              <a:t>│ │ ├── </a:t>
            </a:r>
            <a:r>
              <a:rPr lang="en-US" sz="1100" dirty="0" err="1"/>
              <a:t>models.py</a:t>
            </a:r>
            <a:endParaRPr lang="en-US" sz="1100" dirty="0"/>
          </a:p>
          <a:p>
            <a:r>
              <a:rPr lang="en-US" sz="1100" dirty="0"/>
              <a:t>│ │ ├── </a:t>
            </a:r>
            <a:r>
              <a:rPr lang="en-US" sz="1100" dirty="0" err="1"/>
              <a:t>services.py</a:t>
            </a:r>
            <a:endParaRPr lang="en-US" sz="1100" dirty="0"/>
          </a:p>
          <a:p>
            <a:r>
              <a:rPr lang="en-US" sz="1100" dirty="0"/>
              <a:t>│ │ └── </a:t>
            </a:r>
            <a:r>
              <a:rPr lang="en-US" sz="1100" dirty="0" err="1"/>
              <a:t>config.py</a:t>
            </a:r>
            <a:endParaRPr lang="en-US" sz="1100" dirty="0"/>
          </a:p>
          <a:p>
            <a:r>
              <a:rPr lang="en-US" sz="1100" dirty="0"/>
              <a:t>│ ├── </a:t>
            </a:r>
            <a:r>
              <a:rPr lang="en-US" sz="1100" dirty="0" err="1"/>
              <a:t>requirements.txt</a:t>
            </a:r>
            <a:endParaRPr lang="en-US" sz="1100" dirty="0"/>
          </a:p>
          <a:p>
            <a:r>
              <a:rPr lang="en-US" sz="1100" dirty="0"/>
              <a:t>│ ├── .</a:t>
            </a:r>
            <a:r>
              <a:rPr lang="en-US" sz="1100" dirty="0" err="1"/>
              <a:t>env.example</a:t>
            </a:r>
            <a:endParaRPr lang="en-US" sz="1100" dirty="0"/>
          </a:p>
          <a:p>
            <a:r>
              <a:rPr lang="en-US" sz="1100" dirty="0"/>
              <a:t>│ └── </a:t>
            </a:r>
            <a:r>
              <a:rPr lang="en-US" sz="1100" dirty="0" err="1"/>
              <a:t>Dockerfile</a:t>
            </a:r>
            <a:endParaRPr lang="en-US" sz="1100" dirty="0"/>
          </a:p>
          <a:p>
            <a:r>
              <a:rPr lang="en-US" sz="1100" dirty="0"/>
              <a:t>├── frontend/</a:t>
            </a:r>
          </a:p>
          <a:p>
            <a:r>
              <a:rPr lang="en-US" sz="1100" dirty="0"/>
              <a:t>│ ├── </a:t>
            </a:r>
            <a:r>
              <a:rPr lang="en-US" sz="1100" dirty="0" err="1"/>
              <a:t>src</a:t>
            </a:r>
            <a:r>
              <a:rPr lang="en-US" sz="1100" dirty="0"/>
              <a:t>/</a:t>
            </a:r>
          </a:p>
          <a:p>
            <a:r>
              <a:rPr lang="en-US" sz="1100" dirty="0"/>
              <a:t>│ │ ├── components/</a:t>
            </a:r>
          </a:p>
          <a:p>
            <a:r>
              <a:rPr lang="en-US" sz="1100" dirty="0"/>
              <a:t>│ │ ├── services/</a:t>
            </a:r>
          </a:p>
          <a:p>
            <a:r>
              <a:rPr lang="en-US" sz="1100" dirty="0"/>
              <a:t>│ │ ├── types/</a:t>
            </a:r>
          </a:p>
          <a:p>
            <a:r>
              <a:rPr lang="en-US" sz="1100" dirty="0"/>
              <a:t>│ │ ├── hooks/</a:t>
            </a:r>
          </a:p>
          <a:p>
            <a:r>
              <a:rPr lang="en-US" sz="1100" dirty="0"/>
              <a:t>│ │ └── </a:t>
            </a:r>
            <a:r>
              <a:rPr lang="en-US" sz="1100" dirty="0" err="1"/>
              <a:t>App.tsx</a:t>
            </a:r>
            <a:endParaRPr lang="en-US" sz="1100" dirty="0"/>
          </a:p>
          <a:p>
            <a:r>
              <a:rPr lang="en-US" sz="1100" dirty="0"/>
              <a:t>│ ├── </a:t>
            </a:r>
            <a:r>
              <a:rPr lang="en-US" sz="1100" dirty="0" err="1"/>
              <a:t>package.json</a:t>
            </a:r>
            <a:endParaRPr lang="en-US" sz="1100" dirty="0"/>
          </a:p>
          <a:p>
            <a:r>
              <a:rPr lang="en-US" sz="1100" dirty="0"/>
              <a:t>│ ├── </a:t>
            </a:r>
            <a:r>
              <a:rPr lang="en-US" sz="1100" dirty="0" err="1"/>
              <a:t>vite.config.ts</a:t>
            </a:r>
            <a:endParaRPr lang="en-US" sz="1100" dirty="0"/>
          </a:p>
          <a:p>
            <a:r>
              <a:rPr lang="en-US" sz="1100" dirty="0"/>
              <a:t>│ ├── </a:t>
            </a:r>
            <a:r>
              <a:rPr lang="en-US" sz="1100" dirty="0" err="1"/>
              <a:t>tsconfig.json</a:t>
            </a:r>
            <a:endParaRPr lang="en-US" sz="1100" dirty="0"/>
          </a:p>
          <a:p>
            <a:r>
              <a:rPr lang="en-US" sz="1100" dirty="0"/>
              <a:t>│ └── </a:t>
            </a:r>
            <a:r>
              <a:rPr lang="en-US" sz="1100" dirty="0" err="1"/>
              <a:t>Dockerfile</a:t>
            </a:r>
            <a:endParaRPr lang="en-US" sz="1100" dirty="0"/>
          </a:p>
          <a:p>
            <a:r>
              <a:rPr lang="en-US" sz="1100" dirty="0"/>
              <a:t>├── docker-</a:t>
            </a:r>
            <a:r>
              <a:rPr lang="en-US" sz="1100" dirty="0" err="1"/>
              <a:t>compose.yml</a:t>
            </a:r>
            <a:endParaRPr lang="en-US" sz="1100" dirty="0"/>
          </a:p>
          <a:p>
            <a:r>
              <a:rPr lang="en-US" sz="1100" dirty="0"/>
              <a:t>├── </a:t>
            </a:r>
            <a:r>
              <a:rPr lang="en-US" sz="1100" dirty="0" err="1"/>
              <a:t>README.md</a:t>
            </a:r>
            <a:endParaRPr lang="en-US" sz="1100" dirty="0"/>
          </a:p>
          <a:p>
            <a:r>
              <a:rPr lang="en-US" sz="1100" dirty="0"/>
              <a:t>└── .</a:t>
            </a:r>
            <a:r>
              <a:rPr lang="en-US" sz="1100" dirty="0" err="1"/>
              <a:t>gitignore</a:t>
            </a:r>
            <a:endParaRPr lang="en-US" sz="1100" dirty="0"/>
          </a:p>
          <a:p>
            <a:r>
              <a:rPr lang="en-US" sz="1100" dirty="0"/>
              <a:t>```</a:t>
            </a:r>
          </a:p>
          <a:p>
            <a:br>
              <a:rPr lang="en-US" sz="1100" dirty="0"/>
            </a:br>
            <a:endParaRPr lang="en-US" sz="1100" dirty="0"/>
          </a:p>
          <a:p>
            <a:r>
              <a:rPr lang="en-US" sz="1100" dirty="0"/>
              <a:t>Start by creating the backend, then the frontend, and ensure they work together seamlessly.</a:t>
            </a:r>
          </a:p>
          <a:p>
            <a:br>
              <a:rPr lang="en-US" sz="1100" dirty="0"/>
            </a:b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5144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86AE0-E05B-B673-C44F-7FA9570F2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7C8580-8C08-625F-4B83-367E6FCF2F92}"/>
              </a:ext>
            </a:extLst>
          </p:cNvPr>
          <p:cNvSpPr txBox="1"/>
          <p:nvPr/>
        </p:nvSpPr>
        <p:spPr>
          <a:xfrm>
            <a:off x="605118" y="561598"/>
            <a:ext cx="11282082" cy="769661"/>
          </a:xfrm>
          <a:prstGeom prst="rect">
            <a:avLst/>
          </a:prstGeom>
          <a:noFill/>
        </p:spPr>
        <p:txBody>
          <a:bodyPr wrap="square" numCol="4" rtlCol="0">
            <a:noAutofit/>
          </a:bodyPr>
          <a:lstStyle/>
          <a:p>
            <a:r>
              <a:rPr lang="en-US" sz="1100" b="1" dirty="0"/>
              <a:t>Results</a:t>
            </a:r>
          </a:p>
          <a:p>
            <a:endParaRPr lang="en-US" sz="1100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477E418-8BF7-6DC1-D89C-544531C0B6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2522985"/>
              </p:ext>
            </p:extLst>
          </p:nvPr>
        </p:nvGraphicFramePr>
        <p:xfrm>
          <a:off x="1864286" y="1005640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14444761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669845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5239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Cursor : Initial code build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 7 mins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6906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Human: Tasks to run and find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 10 mins (run test, collect error logs)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514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Cursor: Repair issues by itself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 3 mins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6564612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861897CE-6341-FF05-F892-B8B9CF410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603" y="3052881"/>
            <a:ext cx="10423366" cy="2731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502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AF7E5-361A-CF21-FECD-D235115A9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2B021D-53B4-75AC-D066-2B162CA01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177" y="1152959"/>
            <a:ext cx="4751880" cy="434689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6198361-8A10-5BDD-739A-3D79279D6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4012" y="304964"/>
            <a:ext cx="5486400" cy="289903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212E876-903D-EFD1-0FCA-458B9E6559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6059" y="3203994"/>
            <a:ext cx="5002306" cy="3070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055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BF041-C294-BF7D-FED5-07C5F02A8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46E23CE-94C5-881F-E083-6C7554F9D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894" y="532847"/>
            <a:ext cx="7772400" cy="5792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948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680</Words>
  <Application>Microsoft Macintosh PowerPoint</Application>
  <PresentationFormat>Widescreen</PresentationFormat>
  <Paragraphs>104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Naga Karavadi</dc:creator>
  <cp:lastModifiedBy>Naga Karavadi</cp:lastModifiedBy>
  <cp:revision>1</cp:revision>
  <dcterms:created xsi:type="dcterms:W3CDTF">2025-12-05T03:34:41Z</dcterms:created>
  <dcterms:modified xsi:type="dcterms:W3CDTF">2025-12-05T04:15:52Z</dcterms:modified>
</cp:coreProperties>
</file>